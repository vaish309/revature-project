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RevHire</a:t>
            </a:r>
            <a:r>
              <a:rPr dirty="0"/>
              <a:t>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Console-Based Job Portal </a:t>
            </a:r>
            <a:r>
              <a:rPr dirty="0" smtClean="0"/>
              <a:t>Applicati</a:t>
            </a:r>
            <a:r>
              <a:rPr lang="en-US" dirty="0" smtClean="0"/>
              <a:t>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RevHire is a console-based job portal application</a:t>
            </a:r>
          </a:p>
          <a:p>
            <a:r>
              <a:t>It connects job seekers with employers</a:t>
            </a:r>
          </a:p>
          <a:p>
            <a:r>
              <a:t>Built to understand real-world Java &amp; JDBC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</a:t>
            </a:r>
            <a:r>
              <a:rPr dirty="0" smtClean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Job seekers can register and apply for jobs</a:t>
            </a:r>
          </a:p>
          <a:p>
            <a:r>
              <a:rPr dirty="0"/>
              <a:t>Employers can post jobs and manage applications</a:t>
            </a:r>
          </a:p>
          <a:p>
            <a:r>
              <a:rPr dirty="0"/>
              <a:t>System stores data using MySQL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Represents database entities</a:t>
            </a:r>
          </a:p>
          <a:p>
            <a:r>
              <a:t>DAO: Handles database operations using JDBC</a:t>
            </a:r>
          </a:p>
          <a:p>
            <a:r>
              <a:t>Service: Contains business logic</a:t>
            </a:r>
          </a:p>
          <a:p>
            <a:r>
              <a:t>Util: Input handling and helper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and login</a:t>
            </a:r>
          </a:p>
          <a:p>
            <a:r>
              <a:t>Job posting and job search</a:t>
            </a:r>
          </a:p>
          <a:p>
            <a:r>
              <a:t>Apply, shortlist, or reject candidates</a:t>
            </a:r>
          </a:p>
          <a:p>
            <a:r>
              <a:t>Resume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– core programming language</a:t>
            </a:r>
          </a:p>
          <a:p>
            <a:r>
              <a:t>JDBC – database connectivity</a:t>
            </a:r>
          </a:p>
          <a:p>
            <a:r>
              <a:t>MySQL – data storage</a:t>
            </a:r>
          </a:p>
          <a:p>
            <a:r>
              <a:t>JUnit – unit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JobSeeker, Employer, Job, Resume, Application</a:t>
            </a:r>
          </a:p>
          <a:p>
            <a:r>
              <a:t>schema.sql used for database creation</a:t>
            </a:r>
          </a:p>
          <a:p>
            <a:r>
              <a:t>Relationships maintained using foreign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ownloads\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1447800"/>
            <a:ext cx="97536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8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JUnit</a:t>
            </a:r>
            <a:r>
              <a:rPr dirty="0"/>
              <a:t> used for DAO layer testing</a:t>
            </a:r>
          </a:p>
          <a:p>
            <a:r>
              <a:rPr dirty="0"/>
              <a:t>Ensures correct database operations</a:t>
            </a:r>
          </a:p>
          <a:p>
            <a:r>
              <a:rPr dirty="0"/>
              <a:t>Improves code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RevHire demonstrates real-world Java concepts</a:t>
            </a:r>
          </a:p>
          <a:p>
            <a:r>
              <a:t>Good understanding of JDBC and MySQL</a:t>
            </a:r>
          </a:p>
          <a:p>
            <a:r>
              <a:t>Strong base for full-stack development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8</TotalTime>
  <Words>170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NewsPrint</vt:lpstr>
      <vt:lpstr>RevHire Project</vt:lpstr>
      <vt:lpstr>Introduction </vt:lpstr>
      <vt:lpstr>Project Overview</vt:lpstr>
      <vt:lpstr>Architecture </vt:lpstr>
      <vt:lpstr>Key Features </vt:lpstr>
      <vt:lpstr>Technologies Used</vt:lpstr>
      <vt:lpstr>Database Design</vt:lpstr>
      <vt:lpstr>PowerPoint Presentation</vt:lpstr>
      <vt:lpstr>Testing</vt:lpstr>
      <vt:lpstr>Conclusion 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RevHire Project</dc:title>
  <dc:creator>dell</dc:creator>
  <dc:description>generated using python-pptx</dc:description>
  <cp:lastModifiedBy>dell</cp:lastModifiedBy>
  <cp:revision>3</cp:revision>
  <dcterms:created xsi:type="dcterms:W3CDTF">2013-01-27T09:14:16Z</dcterms:created>
  <dcterms:modified xsi:type="dcterms:W3CDTF">2026-01-31T11:06:50Z</dcterms:modified>
</cp:coreProperties>
</file>